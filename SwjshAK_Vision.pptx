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SwjshAK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TRADING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Vision: 6 AI Agents Running Your Business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2743200" cy="2743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the CEO. They run the company.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9149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Cyber-Industrial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ORGANIZATION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vision. They execute autonomously.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0" y="1371600"/>
            <a:ext cx="2194560" cy="6400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4630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2336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(CEO)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0" y="2011680"/>
            <a:ext cx="0" cy="36576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0" y="2377440"/>
            <a:ext cx="2743200" cy="64008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4688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2377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COO — Coordinates All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0" y="3017520"/>
            <a:ext cx="-329184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0" y="3017520"/>
            <a:ext cx="-173736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0" y="3017520"/>
            <a:ext cx="-18288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0" y="3017520"/>
            <a:ext cx="137160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0" y="3017520"/>
            <a:ext cx="292608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3474720"/>
            <a:ext cx="146304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3474720"/>
            <a:ext cx="146304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6118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8640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8640" y="4297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68680" y="4572000"/>
            <a:ext cx="82296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18"/>
          <p:cNvSpPr/>
          <p:nvPr/>
        </p:nvSpPr>
        <p:spPr>
          <a:xfrm>
            <a:off x="868680" y="45720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2103120" y="3474720"/>
            <a:ext cx="146304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103120" y="347472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1188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103120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HUNTER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2103120" y="4297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2423160" y="4572000"/>
            <a:ext cx="82296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4"/>
          <p:cNvSpPr/>
          <p:nvPr/>
        </p:nvSpPr>
        <p:spPr>
          <a:xfrm>
            <a:off x="2423160" y="45720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3657600" y="3474720"/>
            <a:ext cx="146304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657600" y="3474720"/>
            <a:ext cx="1463040" cy="54864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361188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657600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3657600" y="4297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3977640" y="4572000"/>
            <a:ext cx="822960" cy="2011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7" name="Text 30"/>
          <p:cNvSpPr/>
          <p:nvPr/>
        </p:nvSpPr>
        <p:spPr>
          <a:xfrm>
            <a:off x="3977640" y="45720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5212080" y="3474720"/>
            <a:ext cx="146304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5212080" y="3474720"/>
            <a:ext cx="1463040" cy="54864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3611880"/>
            <a:ext cx="365760" cy="36576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212080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CORTANA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5212080" y="4297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5532120" y="4572000"/>
            <a:ext cx="822960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4" name="Text 36"/>
          <p:cNvSpPr/>
          <p:nvPr/>
        </p:nvSpPr>
        <p:spPr>
          <a:xfrm>
            <a:off x="5532120" y="45720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800" dirty="0"/>
          </a:p>
        </p:txBody>
      </p:sp>
      <p:sp>
        <p:nvSpPr>
          <p:cNvPr id="45" name="Shape 37"/>
          <p:cNvSpPr/>
          <p:nvPr/>
        </p:nvSpPr>
        <p:spPr>
          <a:xfrm>
            <a:off x="6766560" y="3474720"/>
            <a:ext cx="146304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6766560" y="3474720"/>
            <a:ext cx="146304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3611880"/>
            <a:ext cx="365760" cy="36576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766560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</a:t>
            </a:r>
            <a:endParaRPr lang="en-US" sz="1100" dirty="0"/>
          </a:p>
        </p:txBody>
      </p:sp>
      <p:sp>
        <p:nvSpPr>
          <p:cNvPr id="49" name="Text 40"/>
          <p:cNvSpPr/>
          <p:nvPr/>
        </p:nvSpPr>
        <p:spPr>
          <a:xfrm>
            <a:off x="6766560" y="4297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7086600" y="4572000"/>
            <a:ext cx="822960" cy="2011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1" name="Text 42"/>
          <p:cNvSpPr/>
          <p:nvPr/>
        </p:nvSpPr>
        <p:spPr>
          <a:xfrm>
            <a:off x="7086600" y="45720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ROSTER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188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all agents, runs standups, prepares CEO briefings, makes tactical decisions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#chief-announcements  #daily-standup  #team-meetings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749040" y="1920240"/>
            <a:ext cx="594360" cy="2011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8"/>
          <p:cNvSpPr/>
          <p:nvPr/>
        </p:nvSpPr>
        <p:spPr>
          <a:xfrm>
            <a:off x="3749040" y="1920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663440" y="1097280"/>
            <a:ext cx="402336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09728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344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SRE / DevOps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4924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24/7, self-heals systems, handles incidents, first responder to outages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34924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#pulse-alerts  #pulse-log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7955280" y="1920240"/>
            <a:ext cx="59436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5"/>
          <p:cNvSpPr/>
          <p:nvPr/>
        </p:nvSpPr>
        <p:spPr>
          <a:xfrm>
            <a:off x="7955280" y="1920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57200" y="2423160"/>
            <a:ext cx="402336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7200" y="242316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4300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Senior Engineer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143000" y="2807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Hunts bugs, fixes code, implements improvements, ships PRs, handles tech debt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4300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#infra-tasks  #infra-log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3749040" y="3246120"/>
            <a:ext cx="59436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2"/>
          <p:cNvSpPr/>
          <p:nvPr/>
        </p:nvSpPr>
        <p:spPr>
          <a:xfrm>
            <a:off x="3749040" y="32461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663440" y="2423160"/>
            <a:ext cx="402336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663440" y="2423160"/>
            <a:ext cx="54864" cy="118872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56032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4924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ARBITER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Quality Auditor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349240" y="2807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every trade A-F, reviews all code, audits performance, ensures quality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534924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#grade-reviews  #grade-reports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7955280" y="3246120"/>
            <a:ext cx="594360" cy="2011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5" name="Text 29"/>
          <p:cNvSpPr/>
          <p:nvPr/>
        </p:nvSpPr>
        <p:spPr>
          <a:xfrm>
            <a:off x="7955280" y="32461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457200" y="3749040"/>
            <a:ext cx="402336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57200" y="3749040"/>
            <a:ext cx="54864" cy="11887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86200"/>
            <a:ext cx="411480" cy="4114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14300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CORTANA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Research Analyst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1143000" y="4133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patterns, tests hypotheses, evolves strategies, feeds insights to agents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430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#learn-patterns  #learn-insights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3749040" y="4572000"/>
            <a:ext cx="594360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3" name="Text 36"/>
          <p:cNvSpPr/>
          <p:nvPr/>
        </p:nvSpPr>
        <p:spPr>
          <a:xfrm>
            <a:off x="3749040" y="45720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4663440" y="3749040"/>
            <a:ext cx="402336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4663440" y="3749040"/>
            <a:ext cx="54864" cy="11887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886200"/>
            <a:ext cx="411480" cy="41148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34924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Product Manager</a:t>
            </a:r>
            <a:endParaRPr lang="en-US" sz="1300" dirty="0"/>
          </a:p>
        </p:txBody>
      </p:sp>
      <p:sp>
        <p:nvSpPr>
          <p:cNvPr id="48" name="Text 40"/>
          <p:cNvSpPr/>
          <p:nvPr/>
        </p:nvSpPr>
        <p:spPr>
          <a:xfrm>
            <a:off x="5349240" y="4133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backlog, proposes features, plans sprints, designs system architecture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534924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#back-ideas  #back-sprint</a:t>
            </a:r>
            <a:endParaRPr lang="en-US" sz="800" dirty="0"/>
          </a:p>
        </p:txBody>
      </p:sp>
      <p:sp>
        <p:nvSpPr>
          <p:cNvPr id="50" name="Shape 42"/>
          <p:cNvSpPr/>
          <p:nvPr/>
        </p:nvSpPr>
        <p:spPr>
          <a:xfrm>
            <a:off x="7955280" y="4572000"/>
            <a:ext cx="594360" cy="2011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1" name="Text 43"/>
          <p:cNvSpPr/>
          <p:nvPr/>
        </p:nvSpPr>
        <p:spPr>
          <a:xfrm>
            <a:off x="7955280" y="45720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DISCORD HQ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8872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ID: 1484377910503543068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93192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39319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0" y="1280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Chief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" y="1554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#chief-announcements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#daily-standup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#team-meetings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393192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468880"/>
            <a:ext cx="39319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— HEALTH OPS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017520" y="2560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Ops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3152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#pulse-alerts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#pulse-log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749040"/>
            <a:ext cx="393192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3749040"/>
            <a:ext cx="3931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— DEV OPS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017520" y="3840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Hunter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3152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#infra-tasks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#infra-log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1188720"/>
            <a:ext cx="393192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1188720"/>
            <a:ext cx="393192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3" name="Text 20"/>
          <p:cNvSpPr/>
          <p:nvPr/>
        </p:nvSpPr>
        <p:spPr>
          <a:xfrm>
            <a:off x="489204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— TRADE OPS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315200" y="1280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Arbiter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02920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#grade-reviews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#grade-reports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54880" y="2468880"/>
            <a:ext cx="393192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54880" y="2468880"/>
            <a:ext cx="39319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5"/>
          <p:cNvSpPr/>
          <p:nvPr/>
        </p:nvSpPr>
        <p:spPr>
          <a:xfrm>
            <a:off x="489204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— RESEARCH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315200" y="2560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Cortana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02920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#learn-patterns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#learn-insights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54880" y="3749040"/>
            <a:ext cx="393192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54880" y="3749040"/>
            <a:ext cx="393192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Text 30"/>
          <p:cNvSpPr/>
          <p:nvPr/>
        </p:nvSpPr>
        <p:spPr>
          <a:xfrm>
            <a:off x="489204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— BACKLOG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315200" y="3840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Scout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#back-ideas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#back-sprint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FOUR AUTONOMOUS LOOPS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17043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→ PROPOSE → APPROVE → EXECUTE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828800" y="15087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find issues, propose fixes, wait for approval, then execute. Nothing ships without a gate.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240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213055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→ TEST → DEPLOY → MONITOR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828800" y="24688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codes the fix, tests it, creates PRs. Ops watches the deployment for regressions.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2004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28800" y="309067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→ CONFIRM → IMPLEMENT → EVOLVE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828800" y="34290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Cortana discovers patterns, validates them statistically, feeds confirmed insights to other agents.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41148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41605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828800" y="40507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 → DIAGNOSE → FIX → PREVENT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828800" y="43891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auto-recovers from failures, diagnoses root cause, applies fix, escalates if beyond scope.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APPROVAL GATES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dangerous runs without human oversight.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3619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 &lt; 1 hour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scoped fixes ship immediately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1572768"/>
            <a:ext cx="20116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572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Auto-approve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2240280"/>
            <a:ext cx="76809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24028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0487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313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 1-4 hours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4630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evaluates risk and approves or escalates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2441448"/>
            <a:ext cx="20116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4"/>
          <p:cNvSpPr/>
          <p:nvPr/>
        </p:nvSpPr>
        <p:spPr>
          <a:xfrm>
            <a:off x="6217920" y="2441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decides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73552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3182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/ New feature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6304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react in #approvals channel to approve or reject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217920" y="3310128"/>
            <a:ext cx="201168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0"/>
          <p:cNvSpPr/>
          <p:nvPr/>
        </p:nvSpPr>
        <p:spPr>
          <a:xfrm>
            <a:off x="6217920" y="3310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(You)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1520" y="397764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42232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63040" y="4050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/ Strategy change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4630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briefing required before proceeding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217920" y="4178808"/>
            <a:ext cx="201168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26"/>
          <p:cNvSpPr/>
          <p:nvPr/>
        </p:nvSpPr>
        <p:spPr>
          <a:xfrm>
            <a:off x="6217920" y="4178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(You)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4" name="Text 28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Interaction: Approve/Reject in #approvals  |  Daily briefing in #ceo-briefing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INFRASTRUCTURE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64008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6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 HQ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hub — 6 categories, 13 channels, 6 bots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173736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87452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1874520"/>
            <a:ext cx="73152" cy="640080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08760" y="2194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independent projects, each agent manages their own sprint board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0" y="251460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265176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889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WORKFLOWS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508760" y="2971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backbone — routes events between all systems (Contabo VPS)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0" y="329184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342900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3429000"/>
            <a:ext cx="73152" cy="64008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6616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508760" y="3749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orchestration — gives each bot a brain (Claude Sonnet/Haiku)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0" y="406908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31520" y="4206240"/>
            <a:ext cx="73152" cy="64008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4340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087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SWJSHAK PLATFORM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50876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dashboard, 5 trading agents, SQLite, Alpaca broker API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MEETING SCHEDULE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in #team-meetings  |  Chief tags you if human input is needed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1234440"/>
            <a:ext cx="786384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234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645920" y="1234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606040" y="1234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8912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1600200"/>
            <a:ext cx="786384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16002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Mon–Fri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4592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AM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60604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38912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+ All Leads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#daily-standup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2103120"/>
            <a:ext cx="786384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21031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Tue, Thu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64592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AM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60604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↔ INFRA Sync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38912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+ Hunter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4360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#team-meetings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2606040"/>
            <a:ext cx="786384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26060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64592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PM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606040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↔ LEARN Sync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38912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Arbiter + Cortana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94360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#team-meetings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31520" y="3108960"/>
            <a:ext cx="786384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Text 28"/>
          <p:cNvSpPr/>
          <p:nvPr/>
        </p:nvSpPr>
        <p:spPr>
          <a:xfrm>
            <a:off x="731520" y="31089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645920" y="3108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PM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60604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↔ BACK Sync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38912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+ Scout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943600" y="3108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#team-meetings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31520" y="3611880"/>
            <a:ext cx="786384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4"/>
          <p:cNvSpPr/>
          <p:nvPr/>
        </p:nvSpPr>
        <p:spPr>
          <a:xfrm>
            <a:off x="731520" y="36118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645920" y="3611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 PM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606040" y="3611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All-Hands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389120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+ All Leads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943600" y="3611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#team-meetings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SOUL PROFILES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a SOUL.md — personality, rules, and workflows that define how they think.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6692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566928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612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69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103120" y="10698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ALWAYS + 12 NEVER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" y="1307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coordinate the executive team, shield the CEO from noise.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Ops (7:30 AM), Sprint Planning (Mon), Escalation Handling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709928"/>
            <a:ext cx="8229600" cy="56692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709928"/>
            <a:ext cx="54864" cy="56692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965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17282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103120" y="17282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ALWAYS + 12 NEVER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51560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the ever-watchful guardian. While others sleep, I monitor.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846320" y="1755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(60s), Incident Response, Runbook Maintenance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57200" y="2368296"/>
            <a:ext cx="8229600" cy="56692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2368296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78024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51560" y="2386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HUNTER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2103120" y="2386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ALWAYS + 12 NEVER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51560" y="2624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systems that last. Every line of code is an investment.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846320" y="24140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Approved Work, Bug Fixing, Tech Debt Reduction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57200" y="3026664"/>
            <a:ext cx="8229600" cy="56692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57200" y="3026664"/>
            <a:ext cx="54864" cy="566928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36392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51560" y="3044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2103120" y="3044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ALWAYS + 12 NEVER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51560" y="3282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 deserves scrutiny. We transform mistakes into mastery.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846320" y="30723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Grading (A-F), Code Review, Weekly Audit (Fri 4PM)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57200" y="3685032"/>
            <a:ext cx="8229600" cy="56692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57200" y="3685032"/>
            <a:ext cx="54864" cy="566928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94760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51560" y="3703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CORTANA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2103120" y="3703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ALWAYS + 12 NEVER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051560" y="3941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find the signal in the noise. Data-driven pattern discovery.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4846320" y="37307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 (5PM), Hypothesis Lifecycle, Monthly Synthesis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457200" y="4343400"/>
            <a:ext cx="8229600" cy="56692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457200" y="4343400"/>
            <a:ext cx="54864" cy="566928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53128"/>
            <a:ext cx="292608" cy="29260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51560" y="4361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2103120" y="43616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ALWAYS + 12 NEVER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1051560" y="4599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bridge vision and reality. Build what matters, cut what doesn't.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484632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Grooming (Wed 2PM), Idea Gen (Mon 7AM), Roadmap Update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WAKE-UP SCHEDULE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cron jobs — when each agent activates (all times ET)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86384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005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7863840" cy="3017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2588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132588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32588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integrity check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1627632"/>
            <a:ext cx="7863840" cy="3017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62763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162763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1627632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briefing (weekdays)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1929384"/>
            <a:ext cx="7863840" cy="3017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92938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192938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 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1929384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open check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231136"/>
            <a:ext cx="7863840" cy="3017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231136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223113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30m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2231136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loop (9AM-4PM)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2532888"/>
            <a:ext cx="7863840" cy="3017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532888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253288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4:45 PM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2532888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brain update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2834640"/>
            <a:ext cx="7863840" cy="3017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283464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283464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60s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283464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 sweep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136392"/>
            <a:ext cx="7863840" cy="3017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313639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20240" y="313639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4:15 PM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3136392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trade grading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3438144"/>
            <a:ext cx="7863840" cy="3017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343814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920240" y="343814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AM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91840" y="3438144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code scan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1520" y="3739896"/>
            <a:ext cx="7863840" cy="3017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3739896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Cortana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920240" y="373989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 PM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91840" y="3739896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 analysis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4041648"/>
            <a:ext cx="7863840" cy="3017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041648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920240" y="404164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2PM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91840" y="4041648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grooming session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1520" y="4343400"/>
            <a:ext cx="7863840" cy="3017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434340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920240" y="434340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3h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291840" y="434340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builder audit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1520" y="4645152"/>
            <a:ext cx="7863840" cy="3017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464515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920240" y="464515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6PM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291840" y="4645152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evolution engine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4754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47548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0972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24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 HQ Server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12527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categories, 13 channels, 6 bots invited with permissions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0" y="1115568"/>
            <a:ext cx="137160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1115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1572768"/>
            <a:ext cx="7680960" cy="4754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1572768"/>
            <a:ext cx="54864" cy="47548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6420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15910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Projects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371600" y="18196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projects (MGMT, PULSE, INFRA, GRADE, LEARN, BACK), 32 labels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858000" y="1682496"/>
            <a:ext cx="137160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3"/>
          <p:cNvSpPr/>
          <p:nvPr/>
        </p:nvSpPr>
        <p:spPr>
          <a:xfrm>
            <a:off x="6858000" y="1682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31520" y="2139696"/>
            <a:ext cx="7680960" cy="4754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31520" y="2139696"/>
            <a:ext cx="54864" cy="47548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3113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21579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Server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371600" y="2386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on Contabo (209.145.55.101:5678), wiped clean, ready for workflows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858000" y="2249424"/>
            <a:ext cx="137160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0" y="2249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731520" y="2706624"/>
            <a:ext cx="7680960" cy="4754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31520" y="2706624"/>
            <a:ext cx="54864" cy="47548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79806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71600" y="2724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SOUL.md Files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371600" y="29535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complete SOULs (need renaming to match Discord bot names)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858000" y="2816352"/>
            <a:ext cx="137160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5"/>
          <p:cNvSpPr/>
          <p:nvPr/>
        </p:nvSpPr>
        <p:spPr>
          <a:xfrm>
            <a:off x="6858000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31520" y="3273552"/>
            <a:ext cx="7680960" cy="4754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31520" y="3273552"/>
            <a:ext cx="54864" cy="47548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364992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37160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Config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1371600" y="35204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config points to wrong server — needs HQ channel bindings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6858000" y="3383280"/>
            <a:ext cx="137160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1"/>
          <p:cNvSpPr/>
          <p:nvPr/>
        </p:nvSpPr>
        <p:spPr>
          <a:xfrm>
            <a:off x="6858000" y="3383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UPDATE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731520" y="3840480"/>
            <a:ext cx="7680960" cy="4754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731520" y="3840480"/>
            <a:ext cx="54864" cy="47548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931920"/>
            <a:ext cx="256032" cy="25603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371600" y="3858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Workflows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1371600" y="40873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0/47 workflows built — other chat is building JSON now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6858000" y="3950208"/>
            <a:ext cx="137160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37"/>
          <p:cNvSpPr/>
          <p:nvPr/>
        </p:nvSpPr>
        <p:spPr>
          <a:xfrm>
            <a:off x="6858000" y="3950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731520" y="4407408"/>
            <a:ext cx="7680960" cy="4754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731520" y="4407408"/>
            <a:ext cx="54864" cy="47548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498848"/>
            <a:ext cx="256032" cy="25603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371600" y="44256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Token Security</a:t>
            </a:r>
            <a:endParaRPr lang="en-US" sz="1200" dirty="0"/>
          </a:p>
        </p:txBody>
      </p:sp>
      <p:sp>
        <p:nvSpPr>
          <p:cNvPr id="50" name="Text 41"/>
          <p:cNvSpPr/>
          <p:nvPr/>
        </p:nvSpPr>
        <p:spPr>
          <a:xfrm>
            <a:off x="1371600" y="46542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tokens were exposed in chat — regenerate before go-live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6858000" y="4517136"/>
            <a:ext cx="137160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2" name="Text 43"/>
          <p:cNvSpPr/>
          <p:nvPr/>
        </p:nvSpPr>
        <p:spPr>
          <a:xfrm>
            <a:off x="6858000" y="4517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REGEN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1645920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TONIGHT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1887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chat builds n8n workflow JSONs, SSH setup on Contabo, deploy first workflows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57400"/>
            <a:ext cx="1645920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TOMORROW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21488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bot tokens, update OpenClaw config for HQ, rename SOUL files to match Discord bots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017520"/>
            <a:ext cx="164592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17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WEEK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310896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n8n webhooks to Discord channels, test bot posting, activate cron schedules, first autonomous standup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977640"/>
            <a:ext cx="1645920" cy="7772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WEEK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60320" y="40690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autonomous loop running, all 6 agents active, Chief coordinating daily standups, CEO gets daily briefings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9149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next week: 6 autonomous AI agents running your trading business while you sleep.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SwjshAK Autonomous Trading Platform — The Vision</dc:title>
  <dc:subject>PptxGenJS Presentation</dc:subject>
  <dc:creator>SwjshAK</dc:creator>
  <cp:lastModifiedBy>SwjshAK</cp:lastModifiedBy>
  <cp:revision>1</cp:revision>
  <dcterms:created xsi:type="dcterms:W3CDTF">2026-03-20T04:29:28Z</dcterms:created>
  <dcterms:modified xsi:type="dcterms:W3CDTF">2026-03-20T04:29:28Z</dcterms:modified>
</cp:coreProperties>
</file>