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SWJSH ALGO KNIFE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 &amp; Improvement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Post-Intelligence Integration Assessment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Intel Sources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Strategies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Trading Agents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through SwjshAK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17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234440"/>
            <a:ext cx="1417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Finnhub 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234440"/>
            <a:ext cx="1417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Webhooks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12801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0" y="1234440"/>
            <a:ext cx="12801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2377440" cy="594360"/>
          </a:xfrm>
          <a:prstGeom prst="rect">
            <a:avLst/>
          </a:prstGeom>
          <a:solidFill>
            <a:srgbClr val="1A1A3E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Engine (7 Strats)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2194560"/>
            <a:ext cx="2926080" cy="594360"/>
          </a:xfrm>
          <a:prstGeom prst="rect">
            <a:avLst/>
          </a:prstGeom>
          <a:solidFill>
            <a:srgbClr val="0A2E2E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17520" y="2194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Bus (Weighted Scoring)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194560"/>
            <a:ext cx="1188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2194560"/>
            <a:ext cx="1188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2926080" cy="594360"/>
          </a:xfrm>
          <a:prstGeom prst="rect">
            <a:avLst/>
          </a:prstGeom>
          <a:solidFill>
            <a:srgbClr val="2A1A1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3154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+ Kill Switch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154680"/>
            <a:ext cx="2468880" cy="594360"/>
          </a:xfrm>
          <a:prstGeom prst="rect">
            <a:avLst/>
          </a:prstGeom>
          <a:solidFill>
            <a:srgbClr val="1A2E1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74720" y="3154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Executor (Oanda/Alpaca)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154680"/>
            <a:ext cx="26517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0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+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LAYER — THE 4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691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Flow (CVD)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0" y="1170432"/>
            <a:ext cx="64008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170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15min TTL  ·  10s compute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&amp; exhaustion detection via cumulative volume delta + Z-score anomalies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54864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Engine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5280" y="1170432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1170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 TTL  ·  5min poll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FinBERT/keyword scoring on CryptoPanic + Finnhub news. Fear &amp; Greed contrarian signals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Confluence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0" y="3044952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044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60min TTL  ·  10min poll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 convergence detection via Etherscan. 2+ wallets same direction = signal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80360"/>
            <a:ext cx="54864" cy="1691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Whale Flow Tracker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955280" y="3044952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3044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60min TTL  ·  30s compute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exchange inflow/outflow tracking. $50M+ panic threshold triggers global kill switch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scores feed into RiskEngine.canOpenTrade() → sizeMultiplier adjusts position sizing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IDENTIFIED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areas that need attention to maximize profitability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029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Dashboard for Intel Signals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bus runs in background but no UI shows live signal feeds, scores, or service health. Operators fly blind.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64792"/>
            <a:ext cx="5029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64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Doesn't Include Intel Gating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backtester evaluates raw signals without intel score adjustments. Can't validate if intel improves P&amp;L.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86584"/>
            <a:ext cx="5029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865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2340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 Attribution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15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trade wins/loses, there's no record of what intel score influenced sizing. Can't learn what intel sources are most predictive.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08376"/>
            <a:ext cx="5029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08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88720" y="2962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Not Wired to Intel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2369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scanner runs independently. Should flag symbols where intel is converging bullish/bearish before market open.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30168"/>
            <a:ext cx="5029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30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3584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Communication Is One-Way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858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agents output status but can't receive live intel signals. Agents should adjust behavior based on intel context.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5029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51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8872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Exchange Data Source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 only monitors Binance. Adding Coinbase + Kraken feeds would improve CVD accuracy significantly.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impact on profitability and operator confidence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7772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1371600"/>
            <a:ext cx="0" cy="3200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Dashboard &amp; Signal HUD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325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UI showing all 4 intel feeds, composite score per symbol, service health, and decision audit trail. Make the intelligence visible.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2029968"/>
            <a:ext cx="0" cy="3200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709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Attribution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19842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trade with the intel snapshot at entry. Track which intel sources are most predictive. Auto-tune weights over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957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1248" y="2688336"/>
            <a:ext cx="0" cy="3200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368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Intel-Aware Backtester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26426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historical intel signals against strategy signals. Compare P&amp;L with and without intel gating. Prove the edge quantitatively.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77724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540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1248" y="3346704"/>
            <a:ext cx="0" cy="3200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026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Pre-Market Scanner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3009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scanner output with intel convergence. Surface symbols where 2+ intel sources agree before the session opens.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77724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124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1248" y="4005072"/>
            <a:ext cx="0" cy="3200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3685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Agent Comms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39593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intel context to Python agents via stdin JSON. Agents adjust entry timing and position bias based on live intel scores.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70832"/>
            <a:ext cx="777240" cy="2560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3708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1732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Order Flow + ML Scoring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17320" y="4617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Coinbase/Kraken feeds. Replace keyword sentiment scorer with fine-tuned FinBERT. Ensemble scoring across all sources.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 — STREAMLINE THE MONEY MACHINE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Position Sizes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score directly maps to lot size. High conviction = max size, mixed signals = reduced, opposing = minimum. No manual override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54864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Agent Deploy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new trading agents from the dashboard with pre-configured strategy + market + risk params. Currently requires script editing.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20440"/>
            <a:ext cx="54864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Intel Report Automation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morning briefing: overnight whale flows, sentiment shifts, on-chain movements. Push to Discord before market open.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54864" cy="10972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closed trade shows: raw strategy signal, intel score at entry, size adjustment applied, and whether intel helped or hurt.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54864" cy="10972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Hot-Swap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651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 strategies per-agent from dashboard. Currently hardcoded in EngineManager constructor. Needs runtime registry.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20440"/>
            <a:ext cx="54864" cy="10972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Cooldown Timer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kill switch triggers, auto-resume after configurable cooldown (30min default) instead of requiring manual reset.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 IT MORE INTUITIVE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improvements to reduce cognitive load and speed up decision-making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Signal Bar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441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header widget: Green (all systems confirm), Yellow (mixed signals), Red (opposing/veto). One-glance conviction check.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Confidence Overlay on Charts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214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TradingView chart background with intel score intensity. Green zones = high-conviction longs, red zones = high-conviction shorts.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606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 Tiers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8986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(kill switch, whale panic) = push + Discord. Signal (new intel) = Discord only. Info (heartbeat, health) = dashboard only.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411480" cy="4114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383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Trade from Signal Card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intel signal appears on dashboard, attach an "Execute" button that pre-fills direction, symbol, and intel-adjusted size.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4160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Score History Timeline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4531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 showing how the composite intel score for each symbol has changed over the last 4 hours. Spot momentum shifts before they hit price.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Decision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0.25x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32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Size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Opposing Intel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Tier Sources)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INTEL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474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arrives → Execute immediately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position size regardless of context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whale activity or sentiment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only on drawdown limits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INTEL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38328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474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+ 4 intel sources = informed decision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sizing: 0.25x to 1.0x based on conviction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panic auto-triggers global halt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intelligence, not just reactive alerts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2860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the Intel Dashboard (signal HUD + health monitor)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trade attribution tagging to executor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Wire scanner to intel convergence layer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Backtest with historical intel replay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built. Now make it visible, measurable, and self-improving.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SwjshAlgoKnife — Proactive Intelligence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SwjshAlgoKnife — Strategic Review &amp; Roadmap</dc:title>
  <dc:subject>PptxGenJS Presentation</dc:subject>
  <dc:creator>SwjshAK Intel System</dc:creator>
  <cp:lastModifiedBy>SwjshAK Intel System</cp:lastModifiedBy>
  <cp:revision>1</cp:revision>
  <dcterms:created xsi:type="dcterms:W3CDTF">2026-03-14T18:46:43Z</dcterms:created>
  <dcterms:modified xsi:type="dcterms:W3CDTF">2026-03-14T18:46:43Z</dcterms:modified>
</cp:coreProperties>
</file>