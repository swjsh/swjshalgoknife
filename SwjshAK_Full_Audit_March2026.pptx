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94A3B8"/>
                </a:solidFill>
                <a:latin typeface="Arial"/>
              </a:rPr>
              <a:t>Backtest Returns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%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SPX Sniper</c:v>
                  </c:pt>
                  <c:pt idx="1">
                    <c:v>Boba Trades</c:v>
                  </c:pt>
                  <c:pt idx="2">
                    <c:v>Sterling FX</c:v>
                  </c:pt>
                  <c:pt idx="3">
                    <c:v>Pivot Pete</c:v>
                  </c:pt>
                  <c:pt idx="4">
                    <c:v>Bitcoin Bob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4.59</c:v>
                </c:pt>
                <c:pt idx="1">
                  <c:v>0.73</c:v>
                </c:pt>
                <c:pt idx="2">
                  <c:v>0</c:v>
                </c:pt>
                <c:pt idx="3">
                  <c:v>-28.63</c:v>
                </c:pt>
                <c:pt idx="4">
                  <c:v>-32.79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8FA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23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0515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SwjshAK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371600" y="1783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Audit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371600" y="2331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Brain  •  Automation Pipeline  •  OpenClaw  •  Autonomous Healing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371600" y="2926080"/>
            <a:ext cx="32004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15, 2026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J (jack.watergun@gmail.com)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594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1920240" cy="82296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80160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544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371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42+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96012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Brain Pages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514600" y="1280160"/>
            <a:ext cx="1920240" cy="82296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514600" y="1280160"/>
            <a:ext cx="54864" cy="822960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5544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17520" y="1371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301752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Agents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0" y="1280160"/>
            <a:ext cx="1920240" cy="82296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572000" y="1280160"/>
            <a:ext cx="54864" cy="82296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55448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074920" y="1371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507492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629400" y="1280160"/>
            <a:ext cx="1920240" cy="82296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629400" y="1280160"/>
            <a:ext cx="54864" cy="82296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155448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32320" y="1371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25" name="Text 18"/>
          <p:cNvSpPr/>
          <p:nvPr/>
        </p:nvSpPr>
        <p:spPr>
          <a:xfrm>
            <a:off x="713232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Gaps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548640" y="233172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knowledge base with 42+ Obsidian pages covering architecture, agents, strategies, and operations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autonomous trading agents spanning Futures, Options, Crypto, and Forex — only 1 profitable (SPX Sniper)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orchestration fully configured with 9 agents, 14 cron jobs, Discord integration, and self-learning loops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healing architecture designed (Watchdog + Chief + Self-Healing Playbook) but NOT yet deployed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trading target: March 24 — timeline is TIGHT with zero slack and 5 critical blockers remaining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594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560320" cy="146304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80160"/>
            <a:ext cx="25603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Dashboard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Modules + TradingView Charts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Context 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/api/agents every 5s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280160"/>
            <a:ext cx="2560320" cy="146304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280160"/>
            <a:ext cx="256032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38328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TypeScript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(better-sqlite3)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(webhooks, signals)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Control API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1280160"/>
            <a:ext cx="2651760" cy="146304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35040" y="1280160"/>
            <a:ext cx="265176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3"/>
          <p:cNvSpPr/>
          <p:nvPr/>
        </p:nvSpPr>
        <p:spPr>
          <a:xfrm>
            <a:off x="617220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72200" y="1691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agent_runner.ts orchestrator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Python agents (child processes)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 JSON protocol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agents_db.json state file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017520"/>
            <a:ext cx="2560320" cy="146304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017520"/>
            <a:ext cx="25603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94360" y="3429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 (stocks/options/crypto)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OANDA (forex/futures)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TradingView webhooks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notifications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46120" y="3017520"/>
            <a:ext cx="2560320" cy="146304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46120" y="3017520"/>
            <a:ext cx="25603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1"/>
          <p:cNvSpPr/>
          <p:nvPr/>
        </p:nvSpPr>
        <p:spPr>
          <a:xfrm>
            <a:off x="338328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Layer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383280" y="3429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(Sonnet 4.6) + 8 agents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cron jobs (market hours)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channel bindings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on port 3001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35040" y="3017520"/>
            <a:ext cx="2651760" cy="146304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035040" y="3017520"/>
            <a:ext cx="265176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8" name="Text 25"/>
          <p:cNvSpPr/>
          <p:nvPr/>
        </p:nvSpPr>
        <p:spPr>
          <a:xfrm>
            <a:off x="617220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(data/brain/)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172200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markdown files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 + strategies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 + learning log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playbook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BRAIN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594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Obsidian Brain Audit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011680" cy="77724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34440"/>
            <a:ext cx="54864" cy="77724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859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42+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96012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Pages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606040" y="1234440"/>
            <a:ext cx="2011680" cy="77724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606040" y="1234440"/>
            <a:ext cx="54864" cy="77724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4859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10896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310896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Up-to-Date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54880" y="1234440"/>
            <a:ext cx="2011680" cy="77724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754880" y="123444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4859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5780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525780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Stale/Outdated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903720" y="1234440"/>
            <a:ext cx="1828800" cy="77724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903720" y="123444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4859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06640" y="1325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Text 18"/>
          <p:cNvSpPr/>
          <p:nvPr/>
        </p:nvSpPr>
        <p:spPr>
          <a:xfrm>
            <a:off x="7406640" y="1691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Pages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8229600" cy="256032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1188720"/>
                <a:gridCol w="4297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&amp; Tracking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Excellent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Tracker is gold standard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Docs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Good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Arch, Connection Map, Data Flow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Profiles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Good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5 agents + Professor + Auditor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Docs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Good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ORB, VWAP, S/R, BB, Three Ducks, NSO, Grid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Good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Startup, Deployment, Troubleshooting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&amp; Reference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Partial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 vars needs cleanup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Documents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Outdated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Sprint, Paper Trading Plan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from Brain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Missing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File Structure page, no Monitoring page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BRAIN — GAPS &amp; ISSUES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594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Brain Gaps &amp; Recommendations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1: Current Sprint doc is stale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backtest 60% complete — actually 100%. Must update or archive to prevent confusion.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2: Paper Trading Week Plan misalignment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assumes all 5 agents but Master Tracker specifies Wave 1 (3 agents only). Create Wave 1 specific plan.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3: Dashboard doc says 'Needs Review' for 4 agents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Dashboard.md status table lags behind Master Tracker. Agent statuses are inconsistent between the two.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4: No daily log entries before March 15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 system was just created — no historical data before 3/15. Limits trend analysis.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5: Missing dedicated Monitoring and File Structure pages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Map references a Monitoring page that doesn't exist. File Structure page listed but absent.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594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Backtest Results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344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234440"/>
          <a:ext cx="3017520" cy="2011680"/>
        </p:xfrm>
        <a:graphic>
          <a:graphicData uri="http://schemas.openxmlformats.org/drawingml/2006/table">
            <a:tbl>
              <a:tblPr/>
              <a:tblGrid>
                <a:gridCol w="822960"/>
                <a:gridCol w="502920"/>
                <a:gridCol w="502920"/>
                <a:gridCol w="457200"/>
                <a:gridCol w="731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SPX Sniper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+4.59%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READY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Boba Trades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TUNE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FX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FIX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 Pete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-28.63%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DEFER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Bitcoin Bob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-32.79%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DEFER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5669280" y="3337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period: Jan 24 – Mar 14, 2026  |  Only 1 of 5 agents meets paper trading criteria</a:t>
            </a:r>
            <a:endParaRPr lang="en-US" sz="850" dirty="0"/>
          </a:p>
        </p:txBody>
      </p:sp>
      <p:sp>
        <p:nvSpPr>
          <p:cNvPr id="9" name="Shape 4"/>
          <p:cNvSpPr/>
          <p:nvPr/>
        </p:nvSpPr>
        <p:spPr>
          <a:xfrm>
            <a:off x="5669280" y="3794760"/>
            <a:ext cx="3017520" cy="822960"/>
          </a:xfrm>
          <a:prstGeom prst="rect">
            <a:avLst/>
          </a:prstGeom>
          <a:solidFill>
            <a:srgbClr val="1A0E0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5669280" y="3794760"/>
            <a:ext cx="54864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6"/>
          <p:cNvSpPr/>
          <p:nvPr/>
        </p:nvSpPr>
        <p:spPr>
          <a:xfrm>
            <a:off x="5852160" y="3840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5852160" y="4069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Boba Trades has a live/backtest strategy mismatch (impulse-based vs touch-counting). Results may not transfer to live.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PIPELINE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594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 Pipeline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1554480" cy="118872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80160"/>
            <a:ext cx="15544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5"/>
          <p:cNvSpPr/>
          <p:nvPr/>
        </p:nvSpPr>
        <p:spPr>
          <a:xfrm>
            <a:off x="530352" y="13533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1. START_SWJSH.ps1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0352" y="1691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PM2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194560" y="1280160"/>
            <a:ext cx="1554480" cy="118872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194560" y="1280160"/>
            <a:ext cx="15544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9"/>
          <p:cNvSpPr/>
          <p:nvPr/>
        </p:nvSpPr>
        <p:spPr>
          <a:xfrm>
            <a:off x="2267712" y="13533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2. PM2 / supervisord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267712" y="1691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mgr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services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931920" y="1280160"/>
            <a:ext cx="1554480" cy="118872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931920" y="1280160"/>
            <a:ext cx="155448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3"/>
          <p:cNvSpPr/>
          <p:nvPr/>
        </p:nvSpPr>
        <p:spPr>
          <a:xfrm>
            <a:off x="4005072" y="13533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3. Agent Runner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005072" y="1691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orchestrator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Spawns Python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669280" y="1280160"/>
            <a:ext cx="1554480" cy="118872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669280" y="1280160"/>
            <a:ext cx="155448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7"/>
          <p:cNvSpPr/>
          <p:nvPr/>
        </p:nvSpPr>
        <p:spPr>
          <a:xfrm>
            <a:off x="5742432" y="13533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4. Python Agents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742432" y="1691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trading bots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 protocol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406640" y="1280160"/>
            <a:ext cx="1554480" cy="118872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406640" y="1280160"/>
            <a:ext cx="15544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7479792" y="13533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5. Watchdog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479792" y="1691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health checks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Wakes Chief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011680" y="1600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749040" y="1600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0" y="1600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223760" y="1600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457200" y="2743200"/>
            <a:ext cx="8229600" cy="210312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4008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Gaps Identified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40080" y="320040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Runner auto-restart is 30s fixed delay — no exponential backoff or health threshold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agents_db.json is a flat file — no locking, corruption risk under concurrent writes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logging — agents use console.log, debugging requires PM2 log parsing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 exists in design docs but has NOT been verified as deployed/running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 tested only in documentation — no integration test has been executed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Dashboard-to-agent communication is one-way polling (5s) — no WebSocket for real-time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SETUP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594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 Configuration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011680" cy="77724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34440"/>
            <a:ext cx="54864" cy="777240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859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96012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Configured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606040" y="1234440"/>
            <a:ext cx="2011680" cy="77724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606040" y="1234440"/>
            <a:ext cx="54864" cy="77724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4859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10896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310896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54880" y="1234440"/>
            <a:ext cx="2011680" cy="77724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754880" y="1234440"/>
            <a:ext cx="54864" cy="77724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4859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5780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525780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Channels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903720" y="1234440"/>
            <a:ext cx="1828800" cy="77724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903720" y="123444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4859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06640" y="1325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Text 18"/>
          <p:cNvSpPr/>
          <p:nvPr/>
        </p:nvSpPr>
        <p:spPr>
          <a:xfrm>
            <a:off x="7406640" y="1691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Files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3931920" cy="27432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21031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85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85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85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🗡️ Chief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4.6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loop, brain updates, orchestration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👁️ Overseer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4.6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EOD risk audit, kill switch enforcement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🎓 Professor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4.5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grading, agent feedback loops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🔍 Auditor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4.5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verification, fact-checking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💷 Sterling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4.5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scanning (London, NY overlap)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₿ Bitcoin Bob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4.5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 4-hour scans (24/7)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📐 Pivot Pete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4.5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Futures pivot analysis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🧋 Boba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4.5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 supply &amp; demand zones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🎯 SPX Sniper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4.5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0DTE VWAP scalps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19"/>
          <p:cNvSpPr/>
          <p:nvPr/>
        </p:nvSpPr>
        <p:spPr>
          <a:xfrm>
            <a:off x="4663440" y="2194560"/>
            <a:ext cx="4023360" cy="274320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0"/>
          <p:cNvSpPr/>
          <p:nvPr/>
        </p:nvSpPr>
        <p:spPr>
          <a:xfrm>
            <a:off x="480060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 Schedule (14 jobs)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4800600" y="260604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3:00 AM  —  London Open (Sterling)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7:00 AM  —  Brain Integrity Check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8:00 AM  —  Morning Brief (Chief)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8:30 AM  —  NY-London Overlap (Sterling)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9:30 AM  —  Market Open Check (Chief)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*/30 9-4  —  Decision Loop (Chief, every 30m)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*/3h     —  System Builder Audit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12:00 PM —  Midday Check + Sterling Close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4:15 PM  —  Professor EOD Grades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4:30 PM  —  Overseer Risk Audit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4:45 PM  —  Brain EOD Update (Chief)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Sun 6 PM —  Weekly Evolution Engine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— GAPS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594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 Gaps &amp; Risks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162231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188720"/>
            <a:ext cx="45720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2161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97280" y="12070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config uses Windows paths — GCP config uses Linux paths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97280" y="1444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config files exist (openclaw.json and openclaw-gcp.json). Easy to deploy the wrong one. Need single config with environment-aware paths.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1810512"/>
            <a:ext cx="8229600" cy="548640"/>
          </a:xfrm>
          <a:prstGeom prst="rect">
            <a:avLst/>
          </a:prstGeom>
          <a:solidFill>
            <a:srgbClr val="162231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1810512"/>
            <a:ext cx="45720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18379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97280" y="18288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of 9 agents have Discord channel bindings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97280" y="20665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Chief, Sterling, and Bitcoin Bob are bound. Remaining 6 agents (Overseer, Professor, Auditor, Pivot Pete, Boba, SPX Sniper) have no channel bindings. Posts will fail silently.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" y="2432304"/>
            <a:ext cx="8229600" cy="548640"/>
          </a:xfrm>
          <a:prstGeom prst="rect">
            <a:avLst/>
          </a:prstGeom>
          <a:solidFill>
            <a:srgbClr val="162231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" y="2432304"/>
            <a:ext cx="4572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" y="24597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97280" y="24505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jobs reference Windows paths (C:\\Users\\...)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97280" y="2688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cron jobs in cron-jobs-autonomous.json use Windows paths. These will fail on GCP Linux. A GCP-specific cron file exists but path consistency isn't guaranteed.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3054096"/>
            <a:ext cx="8229600" cy="548640"/>
          </a:xfrm>
          <a:prstGeom prst="rect">
            <a:avLst/>
          </a:prstGeom>
          <a:solidFill>
            <a:srgbClr val="162231"/>
          </a:solidFill>
          <a:ln/>
        </p:spPr>
      </p:sp>
      <p:sp>
        <p:nvSpPr>
          <p:cNvPr id="22" name="Shape 19"/>
          <p:cNvSpPr/>
          <p:nvPr/>
        </p:nvSpPr>
        <p:spPr>
          <a:xfrm>
            <a:off x="457200" y="3054096"/>
            <a:ext cx="4572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594360" y="3081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97280" y="30723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data/brain/ directory verified on deployment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97280" y="33101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loop depends on 18 brain files in data/brain/. No startup script verifies these exist. Missing files will cause Chief to error on first cycle.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3675888"/>
            <a:ext cx="8229600" cy="548640"/>
          </a:xfrm>
          <a:prstGeom prst="rect">
            <a:avLst/>
          </a:prstGeom>
          <a:solidFill>
            <a:srgbClr val="162231"/>
          </a:solidFill>
          <a:ln/>
        </p:spPr>
      </p:sp>
      <p:sp>
        <p:nvSpPr>
          <p:cNvPr id="27" name="Shape 24"/>
          <p:cNvSpPr/>
          <p:nvPr/>
        </p:nvSpPr>
        <p:spPr>
          <a:xfrm>
            <a:off x="457200" y="3675888"/>
            <a:ext cx="4572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594360" y="3703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097280" y="36941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disabled (every: '0m')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97280" y="3931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heartbeats are configured as '0m' (disabled). If an agent crashes silently, only the Watchdog would detect it — but Watchdog deployment is unverified.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162231"/>
          </a:solidFill>
          <a:ln/>
        </p:spPr>
      </p:sp>
      <p:sp>
        <p:nvSpPr>
          <p:cNvPr id="32" name="Shape 29"/>
          <p:cNvSpPr/>
          <p:nvPr/>
        </p:nvSpPr>
        <p:spPr>
          <a:xfrm>
            <a:off x="457200" y="4297680"/>
            <a:ext cx="45720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43251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097280" y="43159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maxTokens set to 8096 (not 8192)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97280" y="45537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 configs use maxTokens: 8096 instead of the standard 8192. Minor but indicates a typo in config.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HEALING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594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Healing Architecture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560320" cy="182880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34440"/>
            <a:ext cx="256032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30759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1: Professor → Agent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" y="1618488"/>
            <a:ext cx="2340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trade grades flow back into per-agent memory files. Agents read lessons before each session. Self-calibrating rubric tracks grade-to-outcome correlation.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6928" y="274320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46120" y="1234440"/>
            <a:ext cx="2560320" cy="182880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234440"/>
            <a:ext cx="256032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0"/>
          <p:cNvSpPr/>
          <p:nvPr/>
        </p:nvSpPr>
        <p:spPr>
          <a:xfrm>
            <a:off x="3355848" y="130759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2: Pattern → Strategy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55848" y="1618488"/>
            <a:ext cx="2340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log detects patterns via HYPOTHESIS → CONFIRMED → APPLIED pipeline. Weekly Evolution Engine mutates strategy params defensively. All changes logged + reversible.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355848" y="274320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35040" y="1234440"/>
            <a:ext cx="2651760" cy="182880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1234440"/>
            <a:ext cx="265176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5"/>
          <p:cNvSpPr/>
          <p:nvPr/>
        </p:nvSpPr>
        <p:spPr>
          <a:xfrm>
            <a:off x="6144768" y="13075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3: Self-Healing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44768" y="1618488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 (18 checks/60s) detects issues. Chief reads self-healing playbook for known fixes. Unknown issues escalated to Jack. Remediation logged for future auto-fix.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144768" y="2743200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329184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Safety Guardrails (7 rules)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85800" y="36118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trading ONLY — no live money until Jack approves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daily loss: $1,000 (10%) → kill switch halts ALL agents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per-trade risk: $100 (1%) — position sizing enforced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concurrent trades: 3 across all agents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 requires MANUAL override — Chief cannot auto-resume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cannot increase risk — can only reduce or maintain</a:t>
            </a:r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decisions logged with full audit trail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HEALING — GAPS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594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Healing System Gaps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162231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188720"/>
            <a:ext cx="4572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2161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280160" y="12070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healing system is DESIGN ONLY — nothing is deployed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280160" y="14447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AUTONOMOUS-LOOP.md describes a comprehensive architecture, but no evidence that Watchdog, Brain files, or Evolution Engine are running. All 3 learning loops exist only in documentation.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1847088"/>
            <a:ext cx="8229600" cy="594360"/>
          </a:xfrm>
          <a:prstGeom prst="rect">
            <a:avLst/>
          </a:prstGeom>
          <a:solidFill>
            <a:srgbClr val="162231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1847088"/>
            <a:ext cx="4572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1874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280160" y="18653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data/brain/ directory may not exist in the deployed codebase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280160" y="210312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files are specified in docs but sync-brain.sh must be run manually. No CI/CD step ensures brain presence. Chief will fail on first cron cycle without brain files.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" y="2505456"/>
            <a:ext cx="8229600" cy="594360"/>
          </a:xfrm>
          <a:prstGeom prst="rect">
            <a:avLst/>
          </a:prstGeom>
          <a:solidFill>
            <a:srgbClr val="162231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" y="2505456"/>
            <a:ext cx="4572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" y="25328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280160" y="252374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 → Chief wake-up path untested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280160" y="276148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 is supposed to call wake_chief() via OpenClaw Gateway, but this integration has never been tested. If it fails, critical issues won't be escalated.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3163824"/>
            <a:ext cx="8229600" cy="594360"/>
          </a:xfrm>
          <a:prstGeom prst="rect">
            <a:avLst/>
          </a:prstGeom>
          <a:solidFill>
            <a:srgbClr val="162231"/>
          </a:solidFill>
          <a:ln/>
        </p:spPr>
      </p:sp>
      <p:sp>
        <p:nvSpPr>
          <p:cNvPr id="22" name="Shape 19"/>
          <p:cNvSpPr/>
          <p:nvPr/>
        </p:nvSpPr>
        <p:spPr>
          <a:xfrm>
            <a:off x="457200" y="3163824"/>
            <a:ext cx="4572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594360" y="31912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280160" y="31821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self-calibration has no data yet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280160" y="341985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rubric weights (R:R 30%, Entry 25%, etc.) are theoretical. No trades have been graded, so the calibration feedback loop has never executed.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3822192"/>
            <a:ext cx="8229600" cy="594360"/>
          </a:xfrm>
          <a:prstGeom prst="rect">
            <a:avLst/>
          </a:prstGeom>
          <a:solidFill>
            <a:srgbClr val="162231"/>
          </a:solidFill>
          <a:ln/>
        </p:spPr>
      </p:sp>
      <p:sp>
        <p:nvSpPr>
          <p:cNvPr id="27" name="Shape 24"/>
          <p:cNvSpPr/>
          <p:nvPr/>
        </p:nvSpPr>
        <p:spPr>
          <a:xfrm>
            <a:off x="457200" y="3822192"/>
            <a:ext cx="4572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594360" y="384962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280160" y="3840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Engine weekly cycle has no test data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280160" y="407822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6PM cron job processes weekly patterns, but with 0 live/paper trades, there's nothing to evolve. Need minimum 2-3 weeks of paper data before this is meaningful.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57200" y="4480560"/>
            <a:ext cx="8229600" cy="594360"/>
          </a:xfrm>
          <a:prstGeom prst="rect">
            <a:avLst/>
          </a:prstGeom>
          <a:solidFill>
            <a:srgbClr val="162231"/>
          </a:solidFill>
          <a:ln/>
        </p:spPr>
      </p:sp>
      <p:sp>
        <p:nvSpPr>
          <p:cNvPr id="32" name="Shape 29"/>
          <p:cNvSpPr/>
          <p:nvPr/>
        </p:nvSpPr>
        <p:spPr>
          <a:xfrm>
            <a:off x="457200" y="4480560"/>
            <a:ext cx="4572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45079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280160" y="44988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rollback mechanism tested for strategy mutations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280160" y="473659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Engine promises reversible mutations but no rollback has been executed or tested. Need a verified rollback procedure before allowing automated strategy changes.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&amp; ENV VARS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594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Debt Inventory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657600"/>
        </p:xfrm>
        <a:graphic>
          <a:graphicData uri="http://schemas.openxmlformats.org/drawingml/2006/table">
            <a:tbl>
              <a:tblPr/>
              <a:tblGrid>
                <a:gridCol w="365760"/>
                <a:gridCol w="2926080"/>
                <a:gridCol w="822960"/>
                <a:gridCol w="640080"/>
                <a:gridCol w="640080"/>
                <a:gridCol w="54864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 var consolidation (7 .env files)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 migration (raw SQL → type-safe)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health monitoring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error handling standardization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coverage (0 automated tests)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8h+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 strict mode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 standardization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 cleanup (hardcoded values)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unused files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 size optimization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comments (JSDoc)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TRADING READINESS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594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Paper Trading Readiness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1A0E0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2161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NOT READY — 5 critical blockers remain, zero slack in timeline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/>
              <a:tblGrid>
                <a:gridCol w="365760"/>
                <a:gridCol w="2926080"/>
                <a:gridCol w="1371600"/>
                <a:gridCol w="548640"/>
                <a:gridCol w="731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 Pete startup working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Backtest harness validates strategy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5 agents tested with backtest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Tracker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3 agents profitable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 (1/3)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variable cleanup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1 agents connect to paper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real-time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switch proven functional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TESTED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9 days needed, 9 days available. ZERO margin for delays.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594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2560320" cy="201168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88720"/>
            <a:ext cx="256032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463040" y="1389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backtests pass first try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major issues during connectivity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works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trading March 24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46120" y="1188720"/>
            <a:ext cx="2560320" cy="201168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188720"/>
            <a:ext cx="25603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251960" y="1389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Delays (Most Likely)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83280" y="18745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backtest needs iteration (+2 days)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issues (+1 day)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needs minor fixes (+1 day)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trading March 26-27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35040" y="1188720"/>
            <a:ext cx="2560320" cy="201168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1188720"/>
            <a:ext cx="256032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5"/>
          <p:cNvSpPr/>
          <p:nvPr/>
        </p:nvSpPr>
        <p:spPr>
          <a:xfrm>
            <a:off x="6172200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7040880" y="1389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Issues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72200" y="18745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backtests fail, need rework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severely broken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API issues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trading delayed to April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8229600" cy="1554480"/>
        </p:xfrm>
        <a:graphic>
          <a:graphicData uri="http://schemas.openxmlformats.org/drawingml/2006/table">
            <a:tbl>
              <a:tblPr/>
              <a:tblGrid>
                <a:gridCol w="2286000"/>
                <a:gridCol w="640080"/>
                <a:gridCol w="548640"/>
                <a:gridCol w="4754880"/>
              </a:tblGrid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D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Backtest results don't match live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Slippage modeling, Boba strategy mismatch fix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crash during paper week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Auto-restart + 30s delay + monitoring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 vars break agents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each agent after cleanup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switch doesn't halt trades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 before go-live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Alpaca futures data incomplete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Polygon fallback + yfinance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594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Next Steps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2743200" cy="228600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188720"/>
            <a:ext cx="27432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" y="12801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(Today)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" y="1645920"/>
            <a:ext cx="252374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Fix Sterling FX (threshold 0.4%)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Optimize Boba Trades (min_touches: 3)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Run backtests for both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Verify dashboard at localhost:3000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Check paper credentials in .env.local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188720"/>
            <a:ext cx="2743200" cy="228600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18872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3355848" y="12801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(Mar 16-21)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355848" y="1645920"/>
            <a:ext cx="252374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Iterate backtests until 3 agents pass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Delete redundant .env files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 paper account connectivity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 kill switch end-to-end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Full integration test (3 agents)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26480" y="1188720"/>
            <a:ext cx="2606040" cy="228600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1188720"/>
            <a:ext cx="260604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3"/>
          <p:cNvSpPr/>
          <p:nvPr/>
        </p:nvSpPr>
        <p:spPr>
          <a:xfrm>
            <a:off x="6236208" y="128016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 (Mar 22-31)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36208" y="1645920"/>
            <a:ext cx="23865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Paper trading Wave 1 launch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Deploy Watchdog to production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Activate OpenClaw cron jobs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Initialize brain directory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Monitor + collect data for loops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3703320"/>
            <a:ext cx="8366760" cy="109728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5760" y="3703320"/>
            <a:ext cx="54864" cy="10972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Needed from Jack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4360" y="40233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March 17: If backtests pass → proceed to connectivity testing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March 21: If connectivity passes → proceed to integration test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March 23: Final check → launch paper trading or delay to March 27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Kill/Defer: Confirm Pivot Pete and Bitcoin Bob deferral to April (recommended)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972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SwjshAK System Audit Complete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91440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Critical Gaps  •  11 Technical Debts  •  5 Paper Trading Blockers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3200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ambitious and well-documented.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and deployment are the gaps to close.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004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SwjshAK Full System Audit — March 2026</dc:title>
  <dc:subject>PptxGenJS Presentation</dc:subject>
  <dc:creator>SwjshAK Audit</dc:creator>
  <cp:lastModifiedBy>SwjshAK Audit</cp:lastModifiedBy>
  <cp:revision>1</cp:revision>
  <dcterms:created xsi:type="dcterms:W3CDTF">2026-03-16T01:28:00Z</dcterms:created>
  <dcterms:modified xsi:type="dcterms:W3CDTF">2026-03-16T01:28:00Z</dcterms:modified>
</cp:coreProperties>
</file>